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E5CE-A930-B563-6A29-67B406E1E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BE46A-801E-BE37-436D-148D4B5605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03D90-D022-9C60-B3F5-AE72316B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47895-40A2-9E3B-833F-C7BB6EC87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FF4C4-2741-44C9-4296-21745EA0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813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B91CF-BC29-61CF-C7DA-AD97ED844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C781F-9AA4-99A4-F82D-850872283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6D621-196E-D11F-E358-CFA16657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D2CA4-4C91-362E-2B87-D46C1CA00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B41E1-6171-1F80-FCDA-1A3368EF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822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22D4-53E3-4E71-04DE-CB0BC3DB1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9A061-E522-4FF2-1CC2-BD6EEE145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DB5A0-4917-2D59-E52D-E53BBCD0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E923F-E27F-B613-DDF2-6E94A0EA0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B94C7-CF10-D15E-BA2B-CE53D46C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613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1368B-8A0D-F88F-4E81-CB5A220CE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D93D5-0DB4-E41F-7F78-2E51127C0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12A5-EB6C-1D22-57A3-D252B8B1E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0DA60-4FB4-9231-BE11-20B0238B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35083-361F-76C9-D708-069C7819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05A82-5CB4-E448-FCF4-3E619167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217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E4C4-AA35-3351-7FD1-AE216F167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CBD01-014C-8271-E0BB-E6FADF9FF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BC359-DDE3-C43E-BF94-2186FEA64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FB90B-2A6E-DF40-F932-5D30254AA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3C9AF-6DAE-014D-07EC-4DA5ECA3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A3E68-562A-B3D3-21D0-DD594592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E24A6-0F0B-BE90-641C-69EFC2C7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D5FC8-B6CF-CE83-1DF4-ED4F19D7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2520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C7D0-C212-EEEB-F5F8-28D16EB29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0C473-1F98-2155-B5EB-C1AAFFEB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14446-5CA0-20E7-EE6E-F01DB75AF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372B2-3400-F103-3D83-50908C4C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013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D5AA9A-B8AA-5439-291D-A47A5200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76DD0-7BFF-7947-7D4F-BE885B36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EFB21-DFBA-F247-09D2-4017182F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0656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0DCD-15A6-34EB-D861-C8C8CAB5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40966-984E-BC6F-E477-598E7E001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9D0B8-A267-5016-56D9-650785F95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45F92-6FC6-A8FA-7358-91D9E2E1D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516BB-0F83-3B16-A7A4-A676CCE1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9B6EC-EA54-818B-40CA-3C3BE914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152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871D-1353-8876-3D84-E1B430E4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81A58-2211-97AE-D85D-6CA281880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B086D-F53F-E020-EC83-AB9485295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03159-B9E7-E73B-77E1-7B5A61F93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F0A2C-F893-0857-21D5-6C82B1595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B74F2-39AC-195A-26BB-DDE912B4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96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53DA-0119-3B19-F294-1A159F4E8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FF87B-E161-CBFA-D40B-014B17F37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37296-A3D7-D46E-80F0-0F643D934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2FFA7-7646-8171-8F40-4B3846DC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91A5-73A3-1714-A5A5-F85FC8ED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724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D4AACF-6E89-CA24-72BA-0C6F0D0A1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C990A-CCB8-E21E-CB5C-4BC0317DD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89FD4-3414-F58B-4B1E-8AD3941F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9157A-9EA2-A6AA-95E8-4EA3CDD2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EBC57-5FAD-2C12-B856-D4756AAE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813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B0C1F2-105E-FE6D-A50C-993FA464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8B0A6-9E47-16D2-3544-453DAF9D1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E7456-BB0B-DD3F-61E0-14A2C313B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F7CAE-3C87-426E-BE22-92A916CC9067}" type="datetimeFigureOut">
              <a:rPr lang="en-ID" smtClean="0"/>
              <a:t>07/03/2026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B64DF-C4F5-74B7-237D-800B3E616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A7F06-2984-3061-6C68-1E7BE388F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F55D5-68C2-45B9-A56F-ABD40F94E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412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3C38-2E5C-74A8-40A9-6B092BE594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TERRAFORM NGINX LOAD BALANCER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AF3A4-4B6F-244D-352B-C942CFE625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Bachtiar Juli Anandi</a:t>
            </a:r>
          </a:p>
          <a:p>
            <a:r>
              <a:rPr lang="en-US" dirty="0"/>
              <a:t>E41231498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804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3462A-5609-3D6F-5D82-089EDB6A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Struktur</a:t>
            </a:r>
            <a:r>
              <a:rPr lang="en-US" dirty="0"/>
              <a:t> Folder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D5AF40-2B4D-C715-68DC-9C1E49DEB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7068" y="1825625"/>
            <a:ext cx="30178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71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1298-5B30-1937-E5BA-E82BF731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Init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C17F8D-06A3-85DA-A57E-EC9F7BD4A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1502" y="1825625"/>
            <a:ext cx="54889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2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7509-98FD-EB4E-20C4-27747A4A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Plan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588985-5364-5C41-06F0-59DBDF38C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034" y="1825625"/>
            <a:ext cx="82619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6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353D-FD3C-BB49-27DC-C28339030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Apply</a:t>
            </a:r>
            <a:endParaRPr lang="en-I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458B9FA-0040-19D8-D33D-D6777F2CC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488" y="1825625"/>
            <a:ext cx="72870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9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EDB93-C52F-7FAE-3C14-83C60A85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084F21-D1A2-9BA3-A262-0917B3CA1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444" y="1690688"/>
            <a:ext cx="8430802" cy="1486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D1233B-788D-1421-0748-6754BDE63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444" y="3429000"/>
            <a:ext cx="9202434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900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TERRAFORM NGINX LOAD BALANCER</vt:lpstr>
      <vt:lpstr>Struktur Folder</vt:lpstr>
      <vt:lpstr>Terraform Init</vt:lpstr>
      <vt:lpstr>Terraform Plan</vt:lpstr>
      <vt:lpstr>Terraform Apply</vt:lpstr>
      <vt:lpstr>Hasil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tiarts</dc:creator>
  <cp:lastModifiedBy>LENOVO</cp:lastModifiedBy>
  <cp:revision>1</cp:revision>
  <dcterms:created xsi:type="dcterms:W3CDTF">2026-03-07T11:49:27Z</dcterms:created>
  <dcterms:modified xsi:type="dcterms:W3CDTF">2026-03-07T11:56:44Z</dcterms:modified>
</cp:coreProperties>
</file>